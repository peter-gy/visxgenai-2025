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7392" userDrawn="1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50" autoAdjust="0"/>
    <p:restoredTop sz="96265"/>
  </p:normalViewPr>
  <p:slideViewPr>
    <p:cSldViewPr snapToGrid="0">
      <p:cViewPr varScale="1">
        <p:scale>
          <a:sx n="161" d="100"/>
          <a:sy n="161" d="100"/>
        </p:scale>
        <p:origin x="248" y="824"/>
      </p:cViewPr>
      <p:guideLst>
        <p:guide orient="horz" pos="864"/>
        <p:guide pos="288"/>
        <p:guide pos="7392"/>
        <p:guide orient="horz" pos="672"/>
        <p:guide orient="horz" pos="216"/>
        <p:guide orient="horz" pos="3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594D7-89D9-44DF-8EC4-339EC9FF5C1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79EED-C460-4751-8E52-D18C6054A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peter.gy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05871E78-42F3-5311-6470-D6D05FCC583B}"/>
              </a:ext>
            </a:extLst>
          </p:cNvPr>
          <p:cNvSpPr/>
          <p:nvPr userDrawn="1"/>
        </p:nvSpPr>
        <p:spPr>
          <a:xfrm>
            <a:off x="9299732" y="0"/>
            <a:ext cx="2892267" cy="68580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7CC1553-8D75-6BAD-E492-3A86BC3490E3}"/>
              </a:ext>
            </a:extLst>
          </p:cNvPr>
          <p:cNvCxnSpPr>
            <a:cxnSpLocks/>
          </p:cNvCxnSpPr>
          <p:nvPr userDrawn="1"/>
        </p:nvCxnSpPr>
        <p:spPr>
          <a:xfrm>
            <a:off x="0" y="6495609"/>
            <a:ext cx="92997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CDD4A309-458E-5C50-82BF-F9F8DBFF079D}"/>
              </a:ext>
            </a:extLst>
          </p:cNvPr>
          <p:cNvSpPr/>
          <p:nvPr userDrawn="1"/>
        </p:nvSpPr>
        <p:spPr>
          <a:xfrm>
            <a:off x="1043189" y="2609850"/>
            <a:ext cx="11148810" cy="3494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65EA489-4A71-2FF8-D2E8-5FA568391B26}"/>
              </a:ext>
            </a:extLst>
          </p:cNvPr>
          <p:cNvCxnSpPr>
            <a:cxnSpLocks/>
          </p:cNvCxnSpPr>
          <p:nvPr/>
        </p:nvCxnSpPr>
        <p:spPr>
          <a:xfrm>
            <a:off x="1592510" y="4950617"/>
            <a:ext cx="80634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FD2841FC-3997-23C4-2B3D-2A5B31AA8C43}"/>
              </a:ext>
            </a:extLst>
          </p:cNvPr>
          <p:cNvSpPr/>
          <p:nvPr/>
        </p:nvSpPr>
        <p:spPr>
          <a:xfrm>
            <a:off x="532299" y="2718265"/>
            <a:ext cx="3202734" cy="73865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4F0C6EF-37C8-88AC-0DC0-731261C8D9BF}"/>
              </a:ext>
            </a:extLst>
          </p:cNvPr>
          <p:cNvCxnSpPr>
            <a:cxnSpLocks/>
          </p:cNvCxnSpPr>
          <p:nvPr/>
        </p:nvCxnSpPr>
        <p:spPr>
          <a:xfrm>
            <a:off x="2003020" y="2856820"/>
            <a:ext cx="0" cy="4431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5BA38AE-E6DC-97D2-9E2F-36A27E418F7A}"/>
              </a:ext>
            </a:extLst>
          </p:cNvPr>
          <p:cNvCxnSpPr>
            <a:cxnSpLocks/>
          </p:cNvCxnSpPr>
          <p:nvPr/>
        </p:nvCxnSpPr>
        <p:spPr>
          <a:xfrm>
            <a:off x="9299732" y="6495609"/>
            <a:ext cx="8562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itle">
            <a:extLst>
              <a:ext uri="{FF2B5EF4-FFF2-40B4-BE49-F238E27FC236}">
                <a16:creationId xmlns:a16="http://schemas.microsoft.com/office/drawing/2014/main" id="{BF9D9F91-6768-240F-D236-290734BEB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4925" y="3827778"/>
            <a:ext cx="9556301" cy="8538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7" name="AbuDhabiData">
            <a:extLst>
              <a:ext uri="{FF2B5EF4-FFF2-40B4-BE49-F238E27FC236}">
                <a16:creationId xmlns:a16="http://schemas.microsoft.com/office/drawing/2014/main" id="{DC1FA57A-A82E-E0FA-3BD2-5B14C834828A}"/>
              </a:ext>
            </a:extLst>
          </p:cNvPr>
          <p:cNvSpPr txBox="1">
            <a:spLocks/>
          </p:cNvSpPr>
          <p:nvPr userDrawn="1"/>
        </p:nvSpPr>
        <p:spPr>
          <a:xfrm>
            <a:off x="608379" y="3004485"/>
            <a:ext cx="1352556" cy="2237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i="0" dirty="0">
                <a:solidFill>
                  <a:schemeClr val="bg1"/>
                </a:solidFill>
                <a:latin typeface="Garamond" panose="02020404030301010803" pitchFamily="18" charset="0"/>
                <a:cs typeface="Segoe UI" panose="020B0502040204020203" pitchFamily="34" charset="0"/>
              </a:rPr>
              <a:t>Abu Dhabi Data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5C107F0-1638-EDCB-88A8-CB0E7A24C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7341" y="5195000"/>
            <a:ext cx="9551470" cy="432132"/>
          </a:xfrm>
        </p:spPr>
        <p:txBody>
          <a:bodyPr>
            <a:noAutofit/>
          </a:bodyPr>
          <a:lstStyle>
            <a:lvl1pPr marL="0" indent="0">
              <a:buNone/>
              <a:defRPr lang="en-US" sz="2800" kern="1200" dirty="0">
                <a:solidFill>
                  <a:srgbClr val="102747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opic">
            <a:extLst>
              <a:ext uri="{FF2B5EF4-FFF2-40B4-BE49-F238E27FC236}">
                <a16:creationId xmlns:a16="http://schemas.microsoft.com/office/drawing/2014/main" id="{D6D02CB2-A684-4A64-E7DB-0EB9F8DBCF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75295" y="2927981"/>
            <a:ext cx="1566402" cy="314325"/>
          </a:xfrm>
        </p:spPr>
        <p:txBody>
          <a:bodyPr/>
          <a:lstStyle>
            <a:lvl1pPr algn="ctr">
              <a:buNone/>
              <a:defRPr sz="20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4967CFAD-51B3-DB7B-1974-EC8637155B4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155984" y="6313046"/>
            <a:ext cx="1961460" cy="365125"/>
          </a:xfrm>
        </p:spPr>
        <p:txBody>
          <a:bodyPr>
            <a:noAutofit/>
          </a:bodyPr>
          <a:lstStyle>
            <a:lvl1pPr algn="r">
              <a:buNone/>
              <a:defRPr sz="20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MM/DD/YYYY</a:t>
            </a:r>
          </a:p>
        </p:txBody>
      </p:sp>
    </p:spTree>
    <p:extLst>
      <p:ext uri="{BB962C8B-B14F-4D97-AF65-F5344CB8AC3E}">
        <p14:creationId xmlns:p14="http://schemas.microsoft.com/office/powerpoint/2010/main" val="173707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82CB2-733E-BEE6-2974-9A96D5CB4DED}"/>
              </a:ext>
            </a:extLst>
          </p:cNvPr>
          <p:cNvSpPr/>
          <p:nvPr userDrawn="1"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4BD9B5-DDFB-CFD0-8E95-A600B5D34CBD}"/>
              </a:ext>
            </a:extLst>
          </p:cNvPr>
          <p:cNvSpPr txBox="1">
            <a:spLocks/>
          </p:cNvSpPr>
          <p:nvPr userDrawn="1"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006960-3F87-A3DB-9609-5888BCEB3EB8}"/>
              </a:ext>
            </a:extLst>
          </p:cNvPr>
          <p:cNvCxnSpPr/>
          <p:nvPr userDrawn="1"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">
            <a:extLst>
              <a:ext uri="{FF2B5EF4-FFF2-40B4-BE49-F238E27FC236}">
                <a16:creationId xmlns:a16="http://schemas.microsoft.com/office/drawing/2014/main" id="{2889DA75-8AA3-F75B-20BB-F3AAE31C01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365125"/>
            <a:ext cx="11258550" cy="701675"/>
          </a:xfrm>
        </p:spPr>
        <p:txBody>
          <a:bodyPr vert="horz" lIns="0" tIns="0" rIns="0" bIns="0" rtlCol="0" anchor="ctr">
            <a:normAutofit/>
          </a:bodyPr>
          <a:lstStyle>
            <a:lvl1pPr>
              <a:buNone/>
              <a:defRPr lang="en-US" sz="4800" dirty="0">
                <a:solidFill>
                  <a:srgbClr val="102747"/>
                </a:solidFill>
                <a:latin typeface="Garamond" panose="02020404030301010803" pitchFamily="18" charset="0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CF8B3351-D1EF-F397-44BE-DAA4C99194C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250" y="1344613"/>
            <a:ext cx="11258550" cy="469265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Vestibulum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,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pulvinar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at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et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non,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3E6584B0-D983-EC4E-1DE5-FBEEF6E2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5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6DE406-4DF3-6C0E-550D-03BFC375E9FC}"/>
              </a:ext>
            </a:extLst>
          </p:cNvPr>
          <p:cNvSpPr/>
          <p:nvPr userDrawn="1"/>
        </p:nvSpPr>
        <p:spPr>
          <a:xfrm>
            <a:off x="0" y="3119680"/>
            <a:ext cx="855406" cy="3116519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BAE8E7-7C09-56F4-921F-21EAAD436177}"/>
              </a:ext>
            </a:extLst>
          </p:cNvPr>
          <p:cNvCxnSpPr>
            <a:cxnSpLocks/>
          </p:cNvCxnSpPr>
          <p:nvPr/>
        </p:nvCxnSpPr>
        <p:spPr>
          <a:xfrm>
            <a:off x="1297542" y="4525367"/>
            <a:ext cx="80634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00119-5F7F-EA24-B633-829E77014428}"/>
              </a:ext>
            </a:extLst>
          </p:cNvPr>
          <p:cNvSpPr/>
          <p:nvPr userDrawn="1"/>
        </p:nvSpPr>
        <p:spPr>
          <a:xfrm>
            <a:off x="9803102" y="3119680"/>
            <a:ext cx="2388897" cy="3116519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E5A5D623-49B5-CB04-B557-1EF78E052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7542" y="3327458"/>
            <a:ext cx="8063425" cy="821609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Intro">
            <a:extLst>
              <a:ext uri="{FF2B5EF4-FFF2-40B4-BE49-F238E27FC236}">
                <a16:creationId xmlns:a16="http://schemas.microsoft.com/office/drawing/2014/main" id="{9F5BD524-1ECA-3F29-8B7D-FF4012E10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96988" y="4861878"/>
            <a:ext cx="8064500" cy="149169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22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Sed </a:t>
            </a:r>
            <a:r>
              <a:rPr lang="en-US" dirty="0" err="1"/>
              <a:t>aliquet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, dolor ligula convallis eros, in </a:t>
            </a:r>
            <a:r>
              <a:rPr lang="en-US" dirty="0" err="1"/>
              <a:t>vulputate</a:t>
            </a:r>
            <a:r>
              <a:rPr lang="en-US" dirty="0"/>
              <a:t> diam </a:t>
            </a:r>
            <a:r>
              <a:rPr lang="en-US" dirty="0" err="1"/>
              <a:t>nulla</a:t>
            </a:r>
            <a:r>
              <a:rPr lang="en-US" dirty="0"/>
              <a:t> ac nisi.</a:t>
            </a:r>
          </a:p>
        </p:txBody>
      </p:sp>
    </p:spTree>
    <p:extLst>
      <p:ext uri="{BB962C8B-B14F-4D97-AF65-F5344CB8AC3E}">
        <p14:creationId xmlns:p14="http://schemas.microsoft.com/office/powerpoint/2010/main" val="150047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E27A66E-BC80-3081-17F9-073AAD87B089}"/>
              </a:ext>
            </a:extLst>
          </p:cNvPr>
          <p:cNvSpPr/>
          <p:nvPr userDrawn="1"/>
        </p:nvSpPr>
        <p:spPr>
          <a:xfrm>
            <a:off x="0" y="7"/>
            <a:ext cx="4919472" cy="6857993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6">
            <a:extLst>
              <a:ext uri="{FF2B5EF4-FFF2-40B4-BE49-F238E27FC236}">
                <a16:creationId xmlns:a16="http://schemas.microsoft.com/office/drawing/2014/main" id="{F8499032-389C-D2FD-D2AE-B49828F6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425" y="6275388"/>
            <a:ext cx="4114800" cy="365125"/>
          </a:xfrm>
        </p:spPr>
        <p:txBody>
          <a:bodyPr lIns="0"/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B089462-16B1-0F40-3376-C5C29576DB3F}"/>
              </a:ext>
            </a:extLst>
          </p:cNvPr>
          <p:cNvCxnSpPr>
            <a:cxnSpLocks/>
          </p:cNvCxnSpPr>
          <p:nvPr userDrawn="1"/>
        </p:nvCxnSpPr>
        <p:spPr>
          <a:xfrm>
            <a:off x="5280338" y="6457950"/>
            <a:ext cx="59337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B238D2-83DF-D848-84BB-027FB5990509}"/>
              </a:ext>
            </a:extLst>
          </p:cNvPr>
          <p:cNvCxnSpPr>
            <a:cxnSpLocks/>
          </p:cNvCxnSpPr>
          <p:nvPr userDrawn="1"/>
        </p:nvCxnSpPr>
        <p:spPr>
          <a:xfrm>
            <a:off x="284375" y="1142365"/>
            <a:ext cx="41730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">
            <a:extLst>
              <a:ext uri="{FF2B5EF4-FFF2-40B4-BE49-F238E27FC236}">
                <a16:creationId xmlns:a16="http://schemas.microsoft.com/office/drawing/2014/main" id="{BEC272ED-6948-041D-F1FE-B816DFC39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4375" y="233379"/>
            <a:ext cx="4518213" cy="60333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0" name="Description">
            <a:extLst>
              <a:ext uri="{FF2B5EF4-FFF2-40B4-BE49-F238E27FC236}">
                <a16:creationId xmlns:a16="http://schemas.microsoft.com/office/drawing/2014/main" id="{9AE4A13B-CD66-461C-DEA6-76671174F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3425" y="1442457"/>
            <a:ext cx="4173538" cy="454083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Sed </a:t>
            </a:r>
            <a:r>
              <a:rPr lang="en-US" dirty="0" err="1"/>
              <a:t>aliquet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, dolor ligula convallis eros, in </a:t>
            </a:r>
            <a:r>
              <a:rPr lang="en-US" dirty="0" err="1"/>
              <a:t>vulputate</a:t>
            </a:r>
            <a:r>
              <a:rPr lang="en-US" dirty="0"/>
              <a:t> diam </a:t>
            </a:r>
            <a:r>
              <a:rPr lang="en-US" dirty="0" err="1"/>
              <a:t>nulla</a:t>
            </a:r>
            <a:r>
              <a:rPr lang="en-US" dirty="0"/>
              <a:t> ac nisi. </a:t>
            </a:r>
          </a:p>
          <a:p>
            <a:pPr lvl="0"/>
            <a:r>
              <a:rPr lang="en-US" dirty="0"/>
              <a:t>Nunc </a:t>
            </a:r>
            <a:r>
              <a:rPr lang="en-US" dirty="0" err="1"/>
              <a:t>ultricies</a:t>
            </a:r>
            <a:r>
              <a:rPr lang="en-US" dirty="0"/>
              <a:t> mi nec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Phasellus</a:t>
            </a:r>
            <a:r>
              <a:rPr lang="en-US" dirty="0"/>
              <a:t> porta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. Aenean in pulvinar dui,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est. Donec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dui.</a:t>
            </a:r>
          </a:p>
        </p:txBody>
      </p:sp>
      <p:sp>
        <p:nvSpPr>
          <p:cNvPr id="32" name="Chart">
            <a:extLst>
              <a:ext uri="{FF2B5EF4-FFF2-40B4-BE49-F238E27FC236}">
                <a16:creationId xmlns:a16="http://schemas.microsoft.com/office/drawing/2014/main" id="{757244E3-E4EF-EC96-18DC-1BCEF3EDC4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92624" y="54865"/>
            <a:ext cx="7132320" cy="6135624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FCAFCB04-582F-794F-E643-EFCF1E42F22C}"/>
              </a:ext>
            </a:extLst>
          </p:cNvPr>
          <p:cNvSpPr txBox="1">
            <a:spLocks/>
          </p:cNvSpPr>
          <p:nvPr userDrawn="1"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84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67A6D1-A62D-A7FF-9F26-0DA1F8B5E85B}"/>
              </a:ext>
            </a:extLst>
          </p:cNvPr>
          <p:cNvSpPr/>
          <p:nvPr userDrawn="1"/>
        </p:nvSpPr>
        <p:spPr>
          <a:xfrm>
            <a:off x="0" y="2510701"/>
            <a:ext cx="275771" cy="133937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6CB20E2B-4C7E-2402-DDB9-1323ED5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5CD5B1-1926-CAF9-5644-82B9E79F3E92}"/>
              </a:ext>
            </a:extLst>
          </p:cNvPr>
          <p:cNvCxnSpPr/>
          <p:nvPr userDrawn="1"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2">
            <a:extLst>
              <a:ext uri="{FF2B5EF4-FFF2-40B4-BE49-F238E27FC236}">
                <a16:creationId xmlns:a16="http://schemas.microsoft.com/office/drawing/2014/main" id="{0C0229CE-9D21-5E79-47B5-1BBAC896B9AD}"/>
              </a:ext>
            </a:extLst>
          </p:cNvPr>
          <p:cNvSpPr txBox="1">
            <a:spLocks/>
          </p:cNvSpPr>
          <p:nvPr userDrawn="1"/>
        </p:nvSpPr>
        <p:spPr>
          <a:xfrm>
            <a:off x="619125" y="2510701"/>
            <a:ext cx="3371850" cy="133937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Key Takeaways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BFCE3-39A3-D6D4-2705-EF65484D5ECD}"/>
              </a:ext>
            </a:extLst>
          </p:cNvPr>
          <p:cNvSpPr/>
          <p:nvPr userDrawn="1"/>
        </p:nvSpPr>
        <p:spPr>
          <a:xfrm>
            <a:off x="3990975" y="235671"/>
            <a:ext cx="914391" cy="955628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49">
            <a:extLst>
              <a:ext uri="{FF2B5EF4-FFF2-40B4-BE49-F238E27FC236}">
                <a16:creationId xmlns:a16="http://schemas.microsoft.com/office/drawing/2014/main" id="{30AAA806-41B1-6D32-D03A-22BAD90A156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172925" y="451573"/>
            <a:ext cx="550492" cy="504352"/>
          </a:xfrm>
          <a:custGeom>
            <a:avLst/>
            <a:gdLst>
              <a:gd name="T0" fmla="*/ 94 w 96"/>
              <a:gd name="T1" fmla="*/ 0 h 84"/>
              <a:gd name="T2" fmla="*/ 2 w 96"/>
              <a:gd name="T3" fmla="*/ 0 h 84"/>
              <a:gd name="T4" fmla="*/ 0 w 96"/>
              <a:gd name="T5" fmla="*/ 2 h 84"/>
              <a:gd name="T6" fmla="*/ 0 w 96"/>
              <a:gd name="T7" fmla="*/ 66 h 84"/>
              <a:gd name="T8" fmla="*/ 2 w 96"/>
              <a:gd name="T9" fmla="*/ 68 h 84"/>
              <a:gd name="T10" fmla="*/ 28 w 96"/>
              <a:gd name="T11" fmla="*/ 68 h 84"/>
              <a:gd name="T12" fmla="*/ 28 w 96"/>
              <a:gd name="T13" fmla="*/ 82 h 84"/>
              <a:gd name="T14" fmla="*/ 29 w 96"/>
              <a:gd name="T15" fmla="*/ 84 h 84"/>
              <a:gd name="T16" fmla="*/ 30 w 96"/>
              <a:gd name="T17" fmla="*/ 84 h 84"/>
              <a:gd name="T18" fmla="*/ 31 w 96"/>
              <a:gd name="T19" fmla="*/ 83 h 84"/>
              <a:gd name="T20" fmla="*/ 47 w 96"/>
              <a:gd name="T21" fmla="*/ 68 h 84"/>
              <a:gd name="T22" fmla="*/ 94 w 96"/>
              <a:gd name="T23" fmla="*/ 68 h 84"/>
              <a:gd name="T24" fmla="*/ 96 w 96"/>
              <a:gd name="T25" fmla="*/ 66 h 84"/>
              <a:gd name="T26" fmla="*/ 96 w 96"/>
              <a:gd name="T27" fmla="*/ 2 h 84"/>
              <a:gd name="T28" fmla="*/ 94 w 96"/>
              <a:gd name="T29" fmla="*/ 0 h 84"/>
              <a:gd name="T30" fmla="*/ 22 w 96"/>
              <a:gd name="T31" fmla="*/ 20 h 84"/>
              <a:gd name="T32" fmla="*/ 58 w 96"/>
              <a:gd name="T33" fmla="*/ 20 h 84"/>
              <a:gd name="T34" fmla="*/ 60 w 96"/>
              <a:gd name="T35" fmla="*/ 22 h 84"/>
              <a:gd name="T36" fmla="*/ 58 w 96"/>
              <a:gd name="T37" fmla="*/ 24 h 84"/>
              <a:gd name="T38" fmla="*/ 22 w 96"/>
              <a:gd name="T39" fmla="*/ 24 h 84"/>
              <a:gd name="T40" fmla="*/ 20 w 96"/>
              <a:gd name="T41" fmla="*/ 22 h 84"/>
              <a:gd name="T42" fmla="*/ 22 w 96"/>
              <a:gd name="T43" fmla="*/ 20 h 84"/>
              <a:gd name="T44" fmla="*/ 74 w 96"/>
              <a:gd name="T45" fmla="*/ 48 h 84"/>
              <a:gd name="T46" fmla="*/ 22 w 96"/>
              <a:gd name="T47" fmla="*/ 48 h 84"/>
              <a:gd name="T48" fmla="*/ 20 w 96"/>
              <a:gd name="T49" fmla="*/ 46 h 84"/>
              <a:gd name="T50" fmla="*/ 22 w 96"/>
              <a:gd name="T51" fmla="*/ 44 h 84"/>
              <a:gd name="T52" fmla="*/ 74 w 96"/>
              <a:gd name="T53" fmla="*/ 44 h 84"/>
              <a:gd name="T54" fmla="*/ 76 w 96"/>
              <a:gd name="T55" fmla="*/ 46 h 84"/>
              <a:gd name="T56" fmla="*/ 74 w 96"/>
              <a:gd name="T57" fmla="*/ 48 h 84"/>
              <a:gd name="T58" fmla="*/ 74 w 96"/>
              <a:gd name="T59" fmla="*/ 36 h 84"/>
              <a:gd name="T60" fmla="*/ 22 w 96"/>
              <a:gd name="T61" fmla="*/ 36 h 84"/>
              <a:gd name="T62" fmla="*/ 20 w 96"/>
              <a:gd name="T63" fmla="*/ 34 h 84"/>
              <a:gd name="T64" fmla="*/ 22 w 96"/>
              <a:gd name="T65" fmla="*/ 32 h 84"/>
              <a:gd name="T66" fmla="*/ 74 w 96"/>
              <a:gd name="T67" fmla="*/ 32 h 84"/>
              <a:gd name="T68" fmla="*/ 76 w 96"/>
              <a:gd name="T69" fmla="*/ 34 h 84"/>
              <a:gd name="T70" fmla="*/ 74 w 96"/>
              <a:gd name="T71" fmla="*/ 36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6" h="8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1" y="68"/>
                  <a:pt x="2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8" y="82"/>
                  <a:pt x="28" y="82"/>
                  <a:pt x="28" y="82"/>
                </a:cubicBezTo>
                <a:cubicBezTo>
                  <a:pt x="28" y="83"/>
                  <a:pt x="28" y="84"/>
                  <a:pt x="29" y="84"/>
                </a:cubicBezTo>
                <a:cubicBezTo>
                  <a:pt x="29" y="84"/>
                  <a:pt x="30" y="84"/>
                  <a:pt x="30" y="84"/>
                </a:cubicBezTo>
                <a:cubicBezTo>
                  <a:pt x="31" y="84"/>
                  <a:pt x="31" y="84"/>
                  <a:pt x="31" y="83"/>
                </a:cubicBezTo>
                <a:cubicBezTo>
                  <a:pt x="47" y="68"/>
                  <a:pt x="47" y="68"/>
                  <a:pt x="47" y="68"/>
                </a:cubicBezTo>
                <a:cubicBezTo>
                  <a:pt x="94" y="68"/>
                  <a:pt x="94" y="68"/>
                  <a:pt x="94" y="68"/>
                </a:cubicBezTo>
                <a:cubicBezTo>
                  <a:pt x="95" y="68"/>
                  <a:pt x="96" y="67"/>
                  <a:pt x="96" y="66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  <a:moveTo>
                  <a:pt x="22" y="20"/>
                </a:moveTo>
                <a:cubicBezTo>
                  <a:pt x="58" y="20"/>
                  <a:pt x="58" y="20"/>
                  <a:pt x="58" y="20"/>
                </a:cubicBezTo>
                <a:cubicBezTo>
                  <a:pt x="59" y="20"/>
                  <a:pt x="60" y="21"/>
                  <a:pt x="60" y="22"/>
                </a:cubicBezTo>
                <a:cubicBezTo>
                  <a:pt x="60" y="23"/>
                  <a:pt x="59" y="24"/>
                  <a:pt x="58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1" y="24"/>
                  <a:pt x="20" y="23"/>
                  <a:pt x="20" y="22"/>
                </a:cubicBezTo>
                <a:cubicBezTo>
                  <a:pt x="20" y="21"/>
                  <a:pt x="21" y="20"/>
                  <a:pt x="22" y="20"/>
                </a:cubicBezTo>
                <a:close/>
                <a:moveTo>
                  <a:pt x="74" y="48"/>
                </a:moveTo>
                <a:cubicBezTo>
                  <a:pt x="22" y="48"/>
                  <a:pt x="22" y="48"/>
                  <a:pt x="22" y="48"/>
                </a:cubicBezTo>
                <a:cubicBezTo>
                  <a:pt x="21" y="48"/>
                  <a:pt x="20" y="47"/>
                  <a:pt x="20" y="46"/>
                </a:cubicBezTo>
                <a:cubicBezTo>
                  <a:pt x="20" y="45"/>
                  <a:pt x="21" y="44"/>
                  <a:pt x="22" y="44"/>
                </a:cubicBezTo>
                <a:cubicBezTo>
                  <a:pt x="74" y="44"/>
                  <a:pt x="74" y="44"/>
                  <a:pt x="74" y="44"/>
                </a:cubicBezTo>
                <a:cubicBezTo>
                  <a:pt x="75" y="44"/>
                  <a:pt x="76" y="45"/>
                  <a:pt x="76" y="46"/>
                </a:cubicBezTo>
                <a:cubicBezTo>
                  <a:pt x="76" y="47"/>
                  <a:pt x="75" y="48"/>
                  <a:pt x="74" y="48"/>
                </a:cubicBezTo>
                <a:close/>
                <a:moveTo>
                  <a:pt x="74" y="36"/>
                </a:moveTo>
                <a:cubicBezTo>
                  <a:pt x="22" y="36"/>
                  <a:pt x="22" y="36"/>
                  <a:pt x="22" y="36"/>
                </a:cubicBezTo>
                <a:cubicBezTo>
                  <a:pt x="21" y="36"/>
                  <a:pt x="20" y="35"/>
                  <a:pt x="20" y="34"/>
                </a:cubicBezTo>
                <a:cubicBezTo>
                  <a:pt x="20" y="33"/>
                  <a:pt x="21" y="32"/>
                  <a:pt x="22" y="32"/>
                </a:cubicBezTo>
                <a:cubicBezTo>
                  <a:pt x="74" y="32"/>
                  <a:pt x="74" y="32"/>
                  <a:pt x="74" y="32"/>
                </a:cubicBezTo>
                <a:cubicBezTo>
                  <a:pt x="75" y="32"/>
                  <a:pt x="76" y="33"/>
                  <a:pt x="76" y="34"/>
                </a:cubicBezTo>
                <a:cubicBezTo>
                  <a:pt x="76" y="35"/>
                  <a:pt x="75" y="36"/>
                  <a:pt x="74" y="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Summary">
            <a:extLst>
              <a:ext uri="{FF2B5EF4-FFF2-40B4-BE49-F238E27FC236}">
                <a16:creationId xmlns:a16="http://schemas.microsoft.com/office/drawing/2014/main" id="{983732C7-FFEF-58A3-A9BA-6BFCC20E9A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90975" y="1353271"/>
            <a:ext cx="7743825" cy="4777181"/>
          </a:xfrm>
        </p:spPr>
        <p:txBody>
          <a:bodyPr>
            <a:normAutofit/>
          </a:bodyPr>
          <a:lstStyle>
            <a:lvl1pPr marL="0" indent="0">
              <a:lnSpc>
                <a:spcPts val="3000"/>
              </a:lnSpc>
              <a:buNone/>
              <a:defRPr sz="22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. Sed </a:t>
            </a:r>
            <a:r>
              <a:rPr lang="en-US" dirty="0" err="1"/>
              <a:t>aliquet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, dolor ligula convallis eros, in </a:t>
            </a:r>
            <a:r>
              <a:rPr lang="en-US" dirty="0" err="1"/>
              <a:t>vulputate</a:t>
            </a:r>
            <a:r>
              <a:rPr lang="en-US" dirty="0"/>
              <a:t> diam </a:t>
            </a:r>
            <a:r>
              <a:rPr lang="en-US" dirty="0" err="1"/>
              <a:t>nulla</a:t>
            </a:r>
            <a:r>
              <a:rPr lang="en-US" dirty="0"/>
              <a:t> ac nisi. Nunc </a:t>
            </a:r>
            <a:r>
              <a:rPr lang="en-US" dirty="0" err="1"/>
              <a:t>ultricies</a:t>
            </a:r>
            <a:r>
              <a:rPr lang="en-US" dirty="0"/>
              <a:t> mi nec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porta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. Aenean in pulvinar dui,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est.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AB47959-F90C-358D-4013-AF05A504A1A1}"/>
              </a:ext>
            </a:extLst>
          </p:cNvPr>
          <p:cNvSpPr txBox="1">
            <a:spLocks/>
          </p:cNvSpPr>
          <p:nvPr userDrawn="1"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1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 Mo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570646-7025-9D66-7818-DF22E63C7B25}"/>
              </a:ext>
            </a:extLst>
          </p:cNvPr>
          <p:cNvSpPr/>
          <p:nvPr userDrawn="1"/>
        </p:nvSpPr>
        <p:spPr>
          <a:xfrm>
            <a:off x="0" y="11830"/>
            <a:ext cx="413657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DD0E7B-CA3C-EEBF-6A54-6DEF51FC01C9}"/>
              </a:ext>
            </a:extLst>
          </p:cNvPr>
          <p:cNvSpPr/>
          <p:nvPr userDrawn="1"/>
        </p:nvSpPr>
        <p:spPr>
          <a:xfrm>
            <a:off x="0" y="3788229"/>
            <a:ext cx="8665023" cy="246743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943C-1DDC-90D1-CC1E-525B4BFEA86A}"/>
              </a:ext>
            </a:extLst>
          </p:cNvPr>
          <p:cNvSpPr txBox="1"/>
          <p:nvPr userDrawn="1"/>
        </p:nvSpPr>
        <p:spPr>
          <a:xfrm>
            <a:off x="634568" y="4294846"/>
            <a:ext cx="6651604" cy="83099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Garamond" panose="02020404030301010803" pitchFamily="18" charset="0"/>
              </a:rPr>
              <a:t>Explore Further Insights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B4C216-03FF-6D4E-5715-6BE2013D0DE7}"/>
              </a:ext>
            </a:extLst>
          </p:cNvPr>
          <p:cNvCxnSpPr>
            <a:cxnSpLocks/>
          </p:cNvCxnSpPr>
          <p:nvPr userDrawn="1"/>
        </p:nvCxnSpPr>
        <p:spPr>
          <a:xfrm>
            <a:off x="634568" y="5268166"/>
            <a:ext cx="66516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631F9A-3723-6889-DBE3-189EF1571E07}"/>
              </a:ext>
            </a:extLst>
          </p:cNvPr>
          <p:cNvGrpSpPr/>
          <p:nvPr userDrawn="1"/>
        </p:nvGrpSpPr>
        <p:grpSpPr>
          <a:xfrm>
            <a:off x="190889" y="3133694"/>
            <a:ext cx="3481313" cy="445635"/>
            <a:chOff x="709540" y="4877612"/>
            <a:chExt cx="3481313" cy="445635"/>
          </a:xfrm>
        </p:grpSpPr>
        <p:sp>
          <p:nvSpPr>
            <p:cNvPr id="11" name="Subtitle 63">
              <a:extLst>
                <a:ext uri="{FF2B5EF4-FFF2-40B4-BE49-F238E27FC236}">
                  <a16:creationId xmlns:a16="http://schemas.microsoft.com/office/drawing/2014/main" id="{C5C8C681-1E56-660A-D66C-92678DA6EA18}"/>
                </a:ext>
              </a:extLst>
            </p:cNvPr>
            <p:cNvSpPr txBox="1">
              <a:spLocks/>
            </p:cNvSpPr>
            <p:nvPr/>
          </p:nvSpPr>
          <p:spPr>
            <a:xfrm>
              <a:off x="2670629" y="4877612"/>
              <a:ext cx="1520224" cy="445635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i="1" dirty="0">
                  <a:solidFill>
                    <a:srgbClr val="102747"/>
                  </a:solidFill>
                  <a:latin typeface="Garamond" panose="02020404030301010803" pitchFamily="18" charset="0"/>
                  <a:cs typeface="Segoe UI" panose="020B0502040204020203" pitchFamily="34" charset="0"/>
                </a:rPr>
                <a:t>AI System Developed by:</a:t>
              </a:r>
              <a:br>
                <a:rPr lang="en-US" sz="1600" i="1" dirty="0">
                  <a:solidFill>
                    <a:srgbClr val="102747"/>
                  </a:solidFill>
                  <a:latin typeface="Garamond" panose="02020404030301010803" pitchFamily="18" charset="0"/>
                  <a:cs typeface="Segoe UI" panose="020B0502040204020203" pitchFamily="34" charset="0"/>
                </a:rPr>
              </a:br>
              <a:r>
                <a:rPr lang="en-US" sz="1800" dirty="0">
                  <a:solidFill>
                    <a:srgbClr val="102747"/>
                  </a:solidFill>
                  <a:latin typeface="Garamond" panose="02020404030301010803" pitchFamily="18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peter.gy</a:t>
              </a:r>
              <a:endParaRPr lang="en-US" sz="1600" dirty="0">
                <a:solidFill>
                  <a:srgbClr val="102747"/>
                </a:solidFill>
                <a:latin typeface="Garamond" panose="02020404030301010803" pitchFamily="18" charset="0"/>
                <a:cs typeface="Segoe UI" panose="020B0502040204020203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9818FF-47E9-FD55-D08E-7A2E2CAFF018}"/>
                </a:ext>
              </a:extLst>
            </p:cNvPr>
            <p:cNvCxnSpPr>
              <a:cxnSpLocks/>
            </p:cNvCxnSpPr>
            <p:nvPr/>
          </p:nvCxnSpPr>
          <p:spPr>
            <a:xfrm>
              <a:off x="2397633" y="4877612"/>
              <a:ext cx="0" cy="4431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Subtitle 63">
              <a:extLst>
                <a:ext uri="{FF2B5EF4-FFF2-40B4-BE49-F238E27FC236}">
                  <a16:creationId xmlns:a16="http://schemas.microsoft.com/office/drawing/2014/main" id="{D42F3E95-B24B-7C65-97D9-3AE35C38F0F2}"/>
                </a:ext>
              </a:extLst>
            </p:cNvPr>
            <p:cNvSpPr txBox="1">
              <a:spLocks/>
            </p:cNvSpPr>
            <p:nvPr/>
          </p:nvSpPr>
          <p:spPr>
            <a:xfrm>
              <a:off x="709540" y="4933012"/>
              <a:ext cx="1497205" cy="251736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800" dirty="0">
                  <a:solidFill>
                    <a:srgbClr val="102747"/>
                  </a:solidFill>
                  <a:latin typeface="Garamond" panose="02020404030301010803" pitchFamily="18" charset="0"/>
                  <a:cs typeface="Segoe UI" panose="020B0502040204020203" pitchFamily="34" charset="0"/>
                </a:rPr>
                <a:t>Abu Dhabi Data</a:t>
              </a:r>
            </a:p>
          </p:txBody>
        </p:sp>
      </p:grpSp>
      <p:sp>
        <p:nvSpPr>
          <p:cNvPr id="14" name="CallToAction">
            <a:extLst>
              <a:ext uri="{FF2B5EF4-FFF2-40B4-BE49-F238E27FC236}">
                <a16:creationId xmlns:a16="http://schemas.microsoft.com/office/drawing/2014/main" id="{A4E4EE89-ACEA-CE4B-6FE4-86C1EDED4F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560" y="5395160"/>
            <a:ext cx="6651625" cy="511175"/>
          </a:xfrm>
        </p:spPr>
        <p:txBody>
          <a:bodyPr/>
          <a:lstStyle>
            <a:lvl1pPr>
              <a:buNone/>
              <a:defRPr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Interactive Dashboard Available Here</a:t>
            </a:r>
          </a:p>
        </p:txBody>
      </p:sp>
      <p:sp>
        <p:nvSpPr>
          <p:cNvPr id="17" name="QRCodeImage">
            <a:extLst>
              <a:ext uri="{FF2B5EF4-FFF2-40B4-BE49-F238E27FC236}">
                <a16:creationId xmlns:a16="http://schemas.microsoft.com/office/drawing/2014/main" id="{995C08C1-26D8-7C39-761B-BF9D000A4F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17870" y="3795034"/>
            <a:ext cx="2460625" cy="24606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8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C7549-7BA2-4483-80DE-044F01FB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9A2D-9010-4365-9F0A-6371B6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3941-B14F-4EAD-86E2-82097642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026A1-4838-47B3-BDB6-2E6C2423384E}" type="datetime1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FA04-5677-48F2-93C7-E80C17D69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B155-7C67-4B01-800F-B47EEE4F9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CEE5B-6B89-47D3-A969-11CC9D54FA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5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0" r:id="rId4"/>
    <p:sldLayoutId id="2147483654" r:id="rId5"/>
    <p:sldLayoutId id="2147483655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6000" kern="1200" dirty="0">
          <a:solidFill>
            <a:srgbClr val="102747"/>
          </a:solidFill>
          <a:latin typeface="Garamond" panose="02020404030301010803" pitchFamily="18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4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Roy Christopher</dc:creator>
  <cp:lastModifiedBy>Péter Gyarmati</cp:lastModifiedBy>
  <cp:revision>228</cp:revision>
  <dcterms:created xsi:type="dcterms:W3CDTF">2019-11-01T07:33:21Z</dcterms:created>
  <dcterms:modified xsi:type="dcterms:W3CDTF">2025-11-17T01:48:52Z</dcterms:modified>
</cp:coreProperties>
</file>